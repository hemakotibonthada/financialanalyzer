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CIRCUVENT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FinancialAnalyzer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Enterprise Financial Management Platform with AI-First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2743200" cy="36576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2011680" cy="11887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640+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Source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4389120"/>
            <a:ext cx="2011680" cy="11887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150+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4389120"/>
            <a:ext cx="2011680" cy="11887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Segoe UI"/>
              </a:defRPr>
            </a:pPr>
            <a:r>
              <a:t>300+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API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389120"/>
            <a:ext cx="2011680" cy="11887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5720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33K+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Lines AI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Version 2.0.0  •  March 2026  •  100% Local AI  •  Zero External API Dependencies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PRESENTATION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Technology Stack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Core Financial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Transaction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Budget &amp;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Investment &amp;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Debt, EMI &amp; Loan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AI &amp; Machine Learning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AI Lab — Local ML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NLP &amp; Conversational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Anomaly Detection &amp; Fraud Prevention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51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Enterprise V2/V3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154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Reports, Analytics &amp;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Integrations &amp;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Security &amp; 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663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Summary &amp; Key Differentiators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01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Full-Stack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⚙️ 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Node.js 18+ Runtime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Express.js 4.x Framework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MongoDB 6+ (Mongoose ODM)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Socket.IO 4.x Real-time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Redis Cache (optional)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JWT + bcrypt Auth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Speakeasy 2FA (TOTP)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Winston Logging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89 Route Files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128 Service Files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47 Mongoose Models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🎨  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React 18 + Vite 5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Material UI 7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Tailwind CSS 3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Chart.js 4 + Recharts 2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Lucide React Icons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React Router 6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Socket.IO Client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Firebase 12 (Auth)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146 Page Components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67 UI Components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8 React Contexts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🧠  AI/ML (100% Local)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Neural Networks (from scratch)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Random Forest / GBT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ARIMA / Holt-Winters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K-Means++ / DBSCAN / PCA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TF-IDF / NER / Sentiment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Q-Learning / DQN / A-C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Isolation Forest / LOF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SHAP / LIME / XAI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Markowitz Optimization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38 AI Modules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• ~33,000 Lines of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01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System 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91440" cy="5486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React SPA • Electron Desktop • Mobile (React Native)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9144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API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51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Express.js • Helmet • Rate Limiting • CORS • JWT Auth • Enterprise MW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91440" cy="548640"/>
          </a:xfrm>
          <a:prstGeom prst="roundRect">
            <a:avLst/>
          </a:prstGeom>
          <a:solidFill>
            <a:srgbClr val="2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08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6A9F"/>
                </a:solidFill>
                <a:latin typeface="Segoe UI"/>
              </a:defRPr>
            </a:pPr>
            <a:r>
              <a:t>Route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383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89 Route Files • 70+ Prefixes • 300+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40480"/>
            <a:ext cx="9144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Segoe UI"/>
              </a:defRPr>
            </a:pPr>
            <a:r>
              <a:t>Service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82 Core Services + 46 AI Modules = 128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72000"/>
            <a:ext cx="9144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AI/ML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38 AI Modules • Neural Networks • NLP • RL • Anomaly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303520"/>
            <a:ext cx="91440" cy="54864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77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MongoDB (47 Models) • Redis Cache • File System (ML Models)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645920"/>
            <a:ext cx="3200400" cy="43891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Key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194560"/>
            <a:ext cx="2743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✓ 100% Local AI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✓ Zero API Dependencies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✓ Per-User ML Models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✓ Self-Learning Pipeline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✓ Drift Detection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✓ Dual Auth Backend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✓ Multi-Version UI (V1/V2/V3)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✓ Indian Market Focus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✓ Real-time WebSocket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✓ PWA + Desktop + Mobile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02 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Core Financial Features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01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 versions (V1/V2/V3) with KPIs, spending trends, AI predictions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Financial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992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Health score 0-100, breakdown across savings, debt, insurance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Bank Accounts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096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Multi-bank management with balance tracking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983479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9377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Credit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9379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Card tracking, bill management, statement parsing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6916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Currency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901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8 currencies with live conversion rates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78892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Family Finance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9992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Family member management and shared budgets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8862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Business Suite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096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Invoices, clients, contracts, projects, vendors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983479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9377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Gamification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19379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Achievements, milestones, savings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03 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Transaction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Input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Manual Entry — Quick add with category, amount, merchant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Document Upload — PDF/CSV/image bank statement parsing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Gmail Sync — Auto-extract from bank email alerts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Receipt Scanner — OCR-powered receipt scanning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CSV Import — Bulk import with column mapping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UPI Detection — Extract VPA, UTR, app details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Payment Methods: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  Cash • Card • UPI • Bank Transfer • Wallet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  Net Banking • Cheque • IMPS • NEFT • RTGS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AI Enrichment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1. Category Classification (ML model)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2. Merchant Name Normalization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3. Anomaly Score (Isolation Forest)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4. UPI Metadata Extraction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5. Recurring Pattern Detection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6. Tax Deductibility Check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7. Budget Impact Calculation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8. Notification Triggers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Full-text search with weighted indexing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Advanced filters: date, category, type, method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04  BUDGET &amp;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Budget Management &amp; Financial Planning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Category Budgets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01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Set monthly/weekly/yearly budgets per expense category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Auto-Spending Calc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992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Real-time spent amount calculated from transactions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Alert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096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Configurable alerts at 80% (default) budget usage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983479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9377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Budget Rollover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9379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Carry forward unused budget to next period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69164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50/30/20 Auto-Fill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901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Auto-calculate budgets from salary (needs/wants/savings)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7889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Smart Budget Wizard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9992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Step-by-step guided budget creation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88620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Budget Optimizer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096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Reinforcement Learning-powered optimal allocation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983479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9377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Financial Calendar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19379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Calendar view of all upcoming financial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9F"/>
                </a:solidFill>
                <a:latin typeface="Segoe UI"/>
              </a:defRPr>
            </a:pPr>
            <a:r>
              <a:t>05  INVESTMENTS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Investment Portfolio &amp; Market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Investment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Stocks &amp; Equities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Mutual Funds (with NAV tracking)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Fixed Deposits (with maturity alerts)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Gold (physical + digital)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Crypto Portfolio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PPF / EPF / NPS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ELSS (Tax Saving)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REITs (Real Estate)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Bonds &amp; Debentures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SIP (Systematic Investment Plans)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Analytics (22 Endpoints)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Portfolio Dashboard &amp; Summary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XIRR, CAGR, Absolute Returns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Asset Allocation Analysis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Risk Analysis &amp; VaR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Diversification Score (0-100)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Tax Efficiency Analysis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AI Recommendations (Buy/Sell/Hold)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Markowitz Portfolio Optimization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Efficient Frontier Generation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Monte Carlo Simulation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06  DEBT &amp; 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Debt, EMI &amp; Loan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28600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  <a:latin typeface="Segoe UI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EMI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28600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UI Versions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1645920"/>
            <a:ext cx="228600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Segoe UI"/>
              </a:defRPr>
            </a:pPr>
            <a:r>
              <a:t>4384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Lines (EMI Routes)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45920"/>
            <a:ext cx="228600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8288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4688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Debt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08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EMI 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649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Monthly tracking with principal/interest split, statement 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Debt Payoff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33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Snowball vs Avalanche vs AI Hybrid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Foreclosure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023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Calculate costs &amp; savings of early closure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499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One-Click Prepay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710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Prepayment intent with auto surplus sweep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108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Balance Transfer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3649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Analyze transfer opportunities for lower rates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77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Late Fee Shield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233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Automated late fee protection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Emergency Fund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51023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Track emergency fund with contribution history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71499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Lender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59710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Role-based dashboard for money lenders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108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Loan Calculator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3649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EMI/amortization calculation with schedule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977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Multi-Currency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4233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EMI tracking in USD/INR with exchange rates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PDF/Excel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1023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Export EMI schedules in multiple formats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71499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▸ Bank Deduction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971031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Track auto-deduction from bank accounts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07  AI/ML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 &amp; Machine Learning — 100% Local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828800" cy="100584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AI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554480"/>
            <a:ext cx="1828800" cy="100584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737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33K+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Lines of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554480"/>
            <a:ext cx="1828800" cy="100584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737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100+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554480"/>
            <a:ext cx="1828800" cy="100584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737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25+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Algorithms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54480"/>
            <a:ext cx="1828800" cy="100584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73736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External APIs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71800"/>
            <a:ext cx="73152" cy="4572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Core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4,650 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Neural Networks, Decision Trees, Clustering, Time Series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86200"/>
            <a:ext cx="73152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4,880 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Pipeline, Self-Learning, AutoML, Orchestrator,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00600"/>
            <a:ext cx="73152" cy="457200"/>
          </a:xfrm>
          <a:prstGeom prst="roundRect">
            <a:avLst/>
          </a:prstGeom>
          <a:solidFill>
            <a:srgbClr val="2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6A9F"/>
                </a:solidFill>
                <a:latin typeface="Segoe UI"/>
              </a:defRPr>
            </a:pPr>
            <a:r>
              <a:t>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2,360 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Financial Forecasting, Credit Score, Cash 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715000"/>
            <a:ext cx="73152" cy="4572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Segoe UI"/>
              </a:defRPr>
            </a:pPr>
            <a:r>
              <a:t>Anomaly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2,510 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Isolation Forest, LOF, Autoencoders, Fraud Detection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971800"/>
            <a:ext cx="73152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Segoe UI"/>
              </a:defRPr>
            </a:pPr>
            <a:r>
              <a:t>NLP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926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4,270 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TF-IDF, NER, Sentiment, Chatbot, Semantic Search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886200"/>
            <a:ext cx="73152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Optimization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3,970 lines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RL (DQN/Actor-Critic), Portfolio, Tax, Goals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800600"/>
            <a:ext cx="73152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Behavioral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3,200 lines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Bias Detection, Spending Intel, Peer Compare, Wellness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5715000"/>
            <a:ext cx="73152" cy="45720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XAI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1,805 lines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SHAP, LIME, Counterfactual, Knowledge Graph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08  AI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13 Dedicated AI Feature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AI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Multi-turn conversational financial AI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RL Optimizer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78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Budget/investment optimization using Q-Learning, DQN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62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Model Observatory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369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ML model performance monitoring, drift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21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Anomaly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953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Multi-algorithm anomaly detection (IF, LOF, SPC)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79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Financial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53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AI-powered comprehensive financial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Spending Intel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Merchant-level insights, impulse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9612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Portfolio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70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Markowitz, Black-Litterman, Efficient Frontier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Credit Predictor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CIBIL score prediction and what-if simulation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042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Cash Flow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578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Cash flow analysis, income patterns, liquidity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96265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Sub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369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Auto-detect 55+ Indian subscriptions,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21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Goal &amp; Tax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953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Goal achievement + tax harvesting (STCG/LTCG)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79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Wellness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5537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8-dimension wellness 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377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🧠  AI Command V3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2120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Central AI control panel with health monitoring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09  NLP &amp; CONVERSATIONAL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Natural Language Processing &amp; AI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NLP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Tokenization with financial term preservation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TF-IDF Vectorization for document similarity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Sentiment Analysis on transactions/descriptions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Financial NER (amounts ₹, dates, accounts)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Query Understanding ("show food &gt; ₹500")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Text Summarization for financial reports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Semantic Search with fuzzy matching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Natural Language Report Generator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Document Intelligence (bank statements, salary slips)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Conversational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Multi-turn dialogue with memory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Short-term + long-term conversation memory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Intent classification (40+ financial intents)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Entity extraction (amounts, dates, categories)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Context tracking across turns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Preference learning from interactions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3 chat versions (V1, V2, V3)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Example: "How much did I spend on Swiggy?"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Segoe UI"/>
              </a:defRPr>
            </a:pPr>
            <a:r>
              <a:t>• Example: "Compare my spending this vs last month"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10  ANOMALY &amp; FRAUD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Anomaly Detection &amp; Fraud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Segoe UI"/>
              </a:defRPr>
            </a:pPr>
            <a:r>
              <a:t>Anomaly Detection (5 Algorithms)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1. Isolation Forest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Random partitioning — anomalies isolate faster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2. Local Outlier Factor (LOF)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Local density comparison — finds local outliers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3. Statistical Process Control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Control charts, Shewhart rules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4. Autoencoder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Reconstruction error scoring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5. DBSCAN Clustering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Density-based outlier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Fraud Prevention (5 Layers)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1. Rule Engine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Configurable rules (high-value &gt; 5x avg)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2. ML Anomaly Scoring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Integration with anomaly detection ensemble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3. Behavioral Biometrics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Spending pattern deviation analysis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4. Velocity Analysis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Transaction frequency + daily limit checks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5. Geolocation Analysis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   Location-based anomaly detection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11 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Enterprise V2 &amp; V3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Enhanced V2 (11 Pages)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Dashboard V2 • Health V2 • Spending V2 • Portfolio V2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Budget V2 • Debt V2 • Goals V2 • Transactions V2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AI Chat V2 • Planning V2 • Reports V2 • Settings V2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Enterprise V3 (13 Pages)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Dashboard V3 • Transactions V3 • Budget Intelligence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Investment Advisor • Goals V3 • Debt V3 • Health V3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Analytics V3 • Reports V3 • Settings V3 • AI Chat V3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  <a:latin typeface="Segoe UI"/>
              </a:defRPr>
            </a:pPr>
            <a:r>
              <a:t>Cashflow Forecaster • Gmail Browser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06908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Admin Panel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2793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User management, system monitoring, role control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89204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46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Lender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02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Loan portfolio, borrower management, payments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71500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669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Automation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9253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If-then rules, triggers, scheduled actions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406908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Smart Notifications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2793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AI priority engine (P0-P3), fatigue prevention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48920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846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Enterprise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5102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Template-based, scheduled PDF/Excel/CSV delivery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5715000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669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Activity 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9253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Full audit trail with request/response metadata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6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6A9F"/>
                </a:solidFill>
                <a:latin typeface="Segoe UI"/>
              </a:defRPr>
            </a:pPr>
            <a:r>
              <a:t>12  REPORTS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Reports, Analytics &amp; Data Export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Reports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01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3 versions of financial reports with drill-down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Advanced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992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Multi-dimensional analysis with trend spotting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88620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Data Viz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096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Interactive data visualization playground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983479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9377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Export Center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19379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PDF, Excel, CSV export with templates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69164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Comparison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901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Period-over-period comparison (MoM, YoY)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78892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Financial Scorecard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9992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Comprehensive scoring across all metrics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388620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840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Risk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096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Financial risk assessment dashboard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4983479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937759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Spending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193791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Deep spending analysis (2 versions)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Segoe UI"/>
              </a:defRPr>
            </a:pPr>
            <a:r>
              <a:t>Export Formats:   PDF (with charts)   •   Excel (.xlsx multi-sheet)   •   CSV (raw data)   •   JSON (API-compatible)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13 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Integrations &amp; Platform Capabilities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Gmail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01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Auto-sync transactions from bank emails (UPI, NEFT, CC alerts)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Google Drive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16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Cloud backup and restore of financial data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204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Plaid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307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Direct bank account connection and transaction import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3484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89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Firebase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45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Google OAuth authentication + cloud hosting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4924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03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Twilio SMS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559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SMS notifications for critical alerts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1691640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Nodemailer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901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Email notifications and reports delivery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6060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WebSocket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816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Real-time notifications and live data updates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352044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Tesseract OCR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7307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Receipt and document text extraction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4348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389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Electron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645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Native Windows/Mac desktop application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534924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303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PWA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559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Progressive Web App with offline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14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Security &amp; Authentication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JWT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01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Access + Refresh token pair with automatic rotation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Two-Factor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816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TOTP-based 2FA (Google Authenticator / Authy)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2044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Password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307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bcrypt hashing (10 salt rounds), account lockout after 5 failures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3484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89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Encryption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45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AES-256-GCM encryption for sensitive data at rest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4924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03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Rate Limiting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559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100 req/15min (general), 5 req/15min (auth)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1691640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Helmet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9019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Security headers (CSP, COEP, XSS protection)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6060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816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Whitelisted origin policy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35204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74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7307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Full activity logging with IP address tracking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434840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389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Input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6451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express-validator on all routes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53492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303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Enterprise MW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559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Request IDs, API versioning, performance monitoring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15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Key Differentiators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4592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640+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Source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645920"/>
            <a:ext cx="164592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Segoe UI"/>
              </a:defRPr>
            </a:pPr>
            <a:r>
              <a:t>150+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4688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645920"/>
            <a:ext cx="164592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D6A9F"/>
                </a:solidFill>
                <a:latin typeface="Segoe UI"/>
              </a:defRPr>
            </a:pPr>
            <a:r>
              <a:t>300+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4688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45920"/>
            <a:ext cx="164592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288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Segoe UI"/>
              </a:defRPr>
            </a:pPr>
            <a:r>
              <a:t>33K+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AI Code 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645920"/>
            <a:ext cx="164592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8288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  <a:latin typeface="Segoe UI"/>
              </a:defRPr>
            </a:pPr>
            <a: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4688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AI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20" y="1645920"/>
            <a:ext cx="1645920" cy="1097280"/>
          </a:xfrm>
          <a:prstGeom prst="round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18288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EF4444"/>
                </a:solidFill>
                <a:latin typeface="Segoe UI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4688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External APIs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3154680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100% Local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364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Every ML algorithm implemented from scratch — zero external API costs or dependencies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25196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Indian Market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4622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INR formatting, CIBIL scoring, Indian tax rules (FY 25-26), 55+ Indian services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53492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303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Self-Learning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59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Per-user ML models that retrain automatically on data drift detection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3154680"/>
            <a:ext cx="365760" cy="365760"/>
          </a:xfrm>
          <a:prstGeom prst="ellipse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3-Generation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364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V1 → V2 → V3 progressive enhancement — users choose their complexity level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425196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Enterprise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4622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Admin panel, role-based access, audit trails, automation engine, webhooks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5349240"/>
            <a:ext cx="365760" cy="3657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303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Full Stack Platform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55595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Web (React) + Desktop (Electron) + Mobile (React Native) + Cloud (Firebase)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2926080"/>
            <a:ext cx="2103120" cy="36576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Segoe UI"/>
              </a:defRPr>
            </a:pPr>
            <a:r>
              <a:t>FinancialAnalyzer v2.0.0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BDF8"/>
                </a:solidFill>
                <a:latin typeface="Segoe UI"/>
              </a:defRPr>
            </a:pPr>
            <a:r>
              <a:t>Circuvent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Enterprise Financial Management  •  100% Local AI  •  Indian Market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  <a:latin typeface="Segoe U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